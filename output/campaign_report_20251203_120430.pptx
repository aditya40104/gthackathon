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E86AB"/>
                </a:solidFill>
              </a:defRPr>
            </a:pPr>
            <a:r>
              <a:t>AdTech Campaign Performance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Total Spend: $29,269.00</a:t>
            </a:r>
          </a:p>
          <a:p>
            <a:pPr>
              <a:defRPr sz="1800"/>
            </a:pPr>
            <a:r>
              <a:t>Total Revenue: $304,234.00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Data analysis completed successfully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Monitor performance daily and adjust bids based on ROI</a:t>
            </a:r>
          </a:p>
          <a:p>
            <a:pPr>
              <a:defRPr sz="1400"/>
            </a:pPr>
            <a:r>
              <a:t>A/B test different ad creatives and messaging</a:t>
            </a:r>
          </a:p>
          <a:p>
            <a:pPr>
              <a:defRPr sz="1400"/>
            </a:pPr>
            <a:r>
              <a:t>Analyze top-performing segments and allocate more budget there</a:t>
            </a:r>
          </a:p>
          <a:p>
            <a:pPr>
              <a:defRPr sz="1400"/>
            </a:pPr>
            <a:r>
              <a:t>Set up automated rules for pause underperforming campaigns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</a:defRPr>
            </a:pPr>
            <a:r>
              <a:t>Ctr Trend</a:t>
            </a:r>
          </a:p>
        </p:txBody>
      </p:sp>
      <p:pic>
        <p:nvPicPr>
          <p:cNvPr id="3" name="Picture 2" descr="ctr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0756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</a:defRPr>
            </a:pPr>
            <a:r>
              <a:t>Spend Impressions</a:t>
            </a:r>
          </a:p>
        </p:txBody>
      </p:sp>
      <p:pic>
        <p:nvPicPr>
          <p:cNvPr id="3" name="Picture 2" descr="spend_impr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0779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</a:defRPr>
            </a:pPr>
            <a:r>
              <a:t>Conversion Revenue</a:t>
            </a:r>
          </a:p>
        </p:txBody>
      </p:sp>
      <p:pic>
        <p:nvPicPr>
          <p:cNvPr id="3" name="Picture 2" descr="conversion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0733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